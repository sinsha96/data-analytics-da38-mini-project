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A2C8-0C48-4A8E-A785-74F590C4490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376EDF0-E756-41C2-8033-21C4F2296B6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096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A2C8-0C48-4A8E-A785-74F590C4490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EDF0-E756-41C2-8033-21C4F2296B6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35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A2C8-0C48-4A8E-A785-74F590C4490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EDF0-E756-41C2-8033-21C4F2296B6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533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A2C8-0C48-4A8E-A785-74F590C4490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EDF0-E756-41C2-8033-21C4F2296B6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054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A2C8-0C48-4A8E-A785-74F590C4490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EDF0-E756-41C2-8033-21C4F2296B6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335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A2C8-0C48-4A8E-A785-74F590C4490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EDF0-E756-41C2-8033-21C4F2296B6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14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A2C8-0C48-4A8E-A785-74F590C4490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EDF0-E756-41C2-8033-21C4F2296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352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A2C8-0C48-4A8E-A785-74F590C4490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EDF0-E756-41C2-8033-21C4F2296B6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61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137A2C8-0C48-4A8E-A785-74F590C4490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EDF0-E756-41C2-8033-21C4F2296B6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575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A2C8-0C48-4A8E-A785-74F590C4490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EDF0-E756-41C2-8033-21C4F2296B6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7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A2C8-0C48-4A8E-A785-74F590C4490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EDF0-E756-41C2-8033-21C4F2296B6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634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7A2C8-0C48-4A8E-A785-74F590C4490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376EDF0-E756-41C2-8033-21C4F2296B6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412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DAD4F-EEBA-430D-8DEA-77DA71E68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617196"/>
            <a:ext cx="9270876" cy="1187867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GROCERY SALES REPORT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4AD4B6-BB47-452B-A51E-993F9F8EA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3610" y="2940189"/>
            <a:ext cx="8637072" cy="977621"/>
          </a:xfrm>
        </p:spPr>
        <p:txBody>
          <a:bodyPr>
            <a:normAutofit/>
          </a:bodyPr>
          <a:lstStyle/>
          <a:p>
            <a:r>
              <a:rPr lang="en-US" sz="2800" dirty="0"/>
              <a:t>Simple analysis using excel and power bi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09325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09CE1-22CE-4DB8-935F-469A37142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72988"/>
            <a:ext cx="9603275" cy="44823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Introduction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26CEC-047A-47DD-84AD-1035709BD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200" dirty="0"/>
              <a:t>This report </a:t>
            </a:r>
            <a:r>
              <a:rPr lang="en-GB" sz="3200" dirty="0" err="1"/>
              <a:t>analyzes</a:t>
            </a:r>
            <a:r>
              <a:rPr lang="en-GB" sz="3200" dirty="0"/>
              <a:t> grocery sales data.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400" dirty="0"/>
              <a:t>The dataset includes store, product, customer, and date details.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400" dirty="0"/>
              <a:t>There analysis are done by 1981 rows and 18 columns on the dataset.</a:t>
            </a:r>
            <a:endParaRPr lang="en-I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400" dirty="0"/>
              <a:t>Few new columns were created and data has been cleansed using power query.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400" dirty="0"/>
              <a:t>Power BI was used for data </a:t>
            </a:r>
            <a:r>
              <a:rPr lang="en-GB" sz="2400" dirty="0" err="1"/>
              <a:t>modeling</a:t>
            </a:r>
            <a:r>
              <a:rPr lang="en-GB" sz="2400" dirty="0"/>
              <a:t> and visualization.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7209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C2090-AC50-49A0-A5AB-0160E1204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74376"/>
            <a:ext cx="9603275" cy="679378"/>
          </a:xfrm>
        </p:spPr>
        <p:txBody>
          <a:bodyPr>
            <a:normAutofit/>
          </a:bodyPr>
          <a:lstStyle/>
          <a:p>
            <a:pPr algn="ctr"/>
            <a:r>
              <a:rPr lang="en-IN" sz="3600" dirty="0"/>
              <a:t>Key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927DA-6A76-4519-A4D6-4FA7D1BCA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Total Sales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400" dirty="0"/>
              <a:t>Total Orders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400" dirty="0"/>
              <a:t>Unique Customers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400" dirty="0"/>
              <a:t>Total Discount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400" dirty="0"/>
              <a:t>Monthly Sales Trend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9924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ADF52-2BCC-4188-A5C7-4EE5C1229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10235"/>
            <a:ext cx="9603275" cy="643519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1BA88-9FB9-4B89-82EC-CA8C45132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200" dirty="0"/>
              <a:t>Sales trend was </a:t>
            </a:r>
            <a:r>
              <a:rPr lang="en-GB" sz="3200" dirty="0" err="1"/>
              <a:t>analyzed</a:t>
            </a:r>
            <a:r>
              <a:rPr lang="en-GB" sz="3200" dirty="0"/>
              <a:t> month-wise.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400" dirty="0"/>
              <a:t>Store performance was compared.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400" dirty="0"/>
              <a:t>Top selling products and categories were identified.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400" dirty="0"/>
              <a:t>Customer purchase </a:t>
            </a:r>
            <a:r>
              <a:rPr lang="en-GB" sz="2400" dirty="0" err="1"/>
              <a:t>behavior</a:t>
            </a:r>
            <a:r>
              <a:rPr lang="en-GB" sz="2400" dirty="0"/>
              <a:t> was reviewed.</a:t>
            </a:r>
          </a:p>
        </p:txBody>
      </p:sp>
    </p:spTree>
    <p:extLst>
      <p:ext uri="{BB962C8B-B14F-4D97-AF65-F5344CB8AC3E}">
        <p14:creationId xmlns:p14="http://schemas.microsoft.com/office/powerpoint/2010/main" val="3225022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B0834-9930-4C35-AA4F-B2F04FACA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56447"/>
            <a:ext cx="9603275" cy="697307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Conclusion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92435-8743-4289-8680-965A11B97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The report provides a clear overview of sales performance.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800" dirty="0"/>
              <a:t>Top stores and products contribute most revenue.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800" dirty="0"/>
              <a:t>Sales trends support better business decisions.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800" dirty="0"/>
              <a:t>The model can be expanded for future forecasting.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781850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14</TotalTime>
  <Words>143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Gill Sans MT</vt:lpstr>
      <vt:lpstr>Wingdings</vt:lpstr>
      <vt:lpstr>Gallery</vt:lpstr>
      <vt:lpstr>GROCERY SALES REPORT</vt:lpstr>
      <vt:lpstr>Introduction</vt:lpstr>
      <vt:lpstr>Key Metrics</vt:lpstr>
      <vt:lpstr>Analysis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GROCERY SALES REPORT</dc:title>
  <dc:creator>abyy</dc:creator>
  <cp:lastModifiedBy>abyy</cp:lastModifiedBy>
  <cp:revision>1</cp:revision>
  <dcterms:created xsi:type="dcterms:W3CDTF">2026-03-02T13:57:38Z</dcterms:created>
  <dcterms:modified xsi:type="dcterms:W3CDTF">2026-03-02T14:11:48Z</dcterms:modified>
</cp:coreProperties>
</file>